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1434EB-0760-4F63-9BF0-BE07DA5927A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1A7796-D17B-425A-8C95-B569449ACB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769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1A7796-D17B-425A-8C95-B569449ACB1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1609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1A7796-D17B-425A-8C95-B569449ACB1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532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1A7796-D17B-425A-8C95-B569449ACB1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756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1A7796-D17B-425A-8C95-B569449ACB1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9146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1A7796-D17B-425A-8C95-B569449ACB1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1700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1A7796-D17B-425A-8C95-B569449ACB1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15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42BB4-9DFC-D0BE-2B82-E29743DA12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A87BA1-4100-3E7B-3159-0EF0C55334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DE8CB-D21E-09A8-3D84-4434E82D1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43643-9158-44F5-9AAB-64363ED10E1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1F5A2-F165-0645-3BA9-3AF1A54FE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A26C6-C105-89FC-084F-60FFE355E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7E9C8-9AFF-45B4-ADF0-35089E93B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5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396FA-87FE-B156-CA72-80497B9D1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CAD66-3292-C99D-FBED-22EA0D868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34DE4-0F2C-27DA-20BC-75D8F9AE5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43643-9158-44F5-9AAB-64363ED10E1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B9789-2143-2D48-176A-E62E6033F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018D9-56A5-61F3-7C7C-EBD20992A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7E9C8-9AFF-45B4-ADF0-35089E93B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898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0A0C2-8B97-DF66-79D8-E15594455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394AD0-DD9B-F1A6-3FA9-7DC3E5DD7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00E50-50E3-572F-1270-0717277AB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43643-9158-44F5-9AAB-64363ED10E1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7C2A9-6C96-4BC1-C0B5-A6CAAA4F8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1D488-CA15-2A8B-3E24-6A9B3E3DB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7E9C8-9AFF-45B4-ADF0-35089E93B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624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FE4B7-1E27-26DF-A6A4-911192BF4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69B61-6333-115A-DDE8-405275866C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47BEE2-95FB-E52D-8547-1AA888F328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DA1786-64C8-F7D4-6AF0-D05AF0455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43643-9158-44F5-9AAB-64363ED10E1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CC6598-6FD2-EC70-B271-07B9552D8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7D4906-C52D-2F42-C59C-7E20B3C4D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7E9C8-9AFF-45B4-ADF0-35089E93B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134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8D4CB-61AD-1B76-1E19-4EDD23139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6C5593-91A8-B96E-6C6E-5A9FDA57E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B119BC-452D-01C9-0D78-EE819BC1FA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35C2E2-C8C4-BF33-EEAE-42BDD840E4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0F3937-97A4-6187-FEF3-807F827DFC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E91044-6DC0-7EF4-283B-3A6C4CA2C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43643-9158-44F5-9AAB-64363ED10E1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055617-3857-278B-1617-58C7A1E92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D59E6D-C0EB-4374-09C0-08AF42FC9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7E9C8-9AFF-45B4-ADF0-35089E93B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195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E1AB8-E144-43A1-36F2-2698DCF57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51D4B3-021E-E6F7-23FB-B26B2A352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43643-9158-44F5-9AAB-64363ED10E1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84284A-A826-8635-082D-D2B9DE15E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C2370B-8ADA-6196-D266-C1F7C1905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7E9C8-9AFF-45B4-ADF0-35089E93B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517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D6E6AA-B111-7293-B871-9F59AA25F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43643-9158-44F5-9AAB-64363ED10E1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D1D750-04CB-36CF-4E4E-242416635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FD7C7C-17DE-4281-948B-DE86EB6C2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7E9C8-9AFF-45B4-ADF0-35089E93B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61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5EF9D-1091-6129-39C6-259E45536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C9F2E-E988-0D55-5144-75123AFBB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CD0E11-ADBB-EAA3-5461-A198EE87F2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4CCB65-9D7E-4487-0A71-952220C30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43643-9158-44F5-9AAB-64363ED10E1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911365-027C-A0D9-5539-3D7BAC7A3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E2AB2D-A433-672C-FC4A-02D0F6FF0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7E9C8-9AFF-45B4-ADF0-35089E93B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89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CE7A0-AE46-CE17-F589-D8A3ADFA1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ED352D-A8FB-663B-7C7A-560FAECDA5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88E1F-53C8-56D0-ABC6-5273819D2F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78CC6A-1A2F-859B-4E4E-9C031F3B7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43643-9158-44F5-9AAB-64363ED10E1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92E83-4303-61F8-DB7C-BC4201ED6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2485FA-9F40-B996-EB8E-21717425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7E9C8-9AFF-45B4-ADF0-35089E93B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764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2ED23-BC71-4D8E-254E-35560A52F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DE91F0-AECC-DB9C-E60B-CC68C395F4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9E972-DE67-FE98-A4FE-77F84432E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43643-9158-44F5-9AAB-64363ED10E1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E448F-885D-E338-F7AF-002941193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7C020-F288-45F4-3782-324153CE6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7E9C8-9AFF-45B4-ADF0-35089E93B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97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85B396-4092-5312-79AF-CD8F9945EC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8E3D5D-4CD0-A8CE-5C66-B9ADEFDFFA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358B2-7991-7979-97B2-1EADE3A1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43643-9158-44F5-9AAB-64363ED10E1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2C5BF-9903-3350-2594-87F45CAE2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3B5C8-427B-4D49-E65C-554DB10D0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7E9C8-9AFF-45B4-ADF0-35089E93B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320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8EC337-10F4-F286-ED4C-EC9F3D6B3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BD8A9-3A3A-A9B1-7927-8743F96FC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624C9-D717-8A20-7EE0-F8D77E2F81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443643-9158-44F5-9AAB-64363ED10E1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6A17E-6CCB-A985-C1D8-A5D43C3CB0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D731E-CA5F-34D4-C02B-7CDF0DF64A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57E9C8-9AFF-45B4-ADF0-35089E93B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094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E61B563-A4B2-5783-81AF-A2A053D74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5352229"/>
            <a:ext cx="12192000" cy="1519356"/>
            <a:chOff x="0" y="-29768"/>
            <a:chExt cx="12202174" cy="151935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0633BBC-8C60-7DC4-F0CC-CE32251096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CC98078-F2A2-725C-ED61-320B63B69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1CD4C03-24F0-57A9-530E-8F2ABABDC5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8CB38E7-6EE3-6B16-B3F7-06DC7AEFD5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609902"/>
            <a:ext cx="6924026" cy="913975"/>
          </a:xfrm>
        </p:spPr>
        <p:txBody>
          <a:bodyPr anchor="ctr">
            <a:normAutofit/>
          </a:bodyPr>
          <a:lstStyle/>
          <a:p>
            <a:pPr algn="l"/>
            <a:endParaRPr lang="en-US" sz="32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C322DD-15DC-D93B-78E6-2E4A2F7B0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62226" y="5600706"/>
            <a:ext cx="3553475" cy="934080"/>
          </a:xfrm>
        </p:spPr>
        <p:txBody>
          <a:bodyPr anchor="ctr">
            <a:normAutofit/>
          </a:bodyPr>
          <a:lstStyle/>
          <a:p>
            <a:pPr algn="r"/>
            <a:endParaRPr lang="en-US" sz="180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D0DE7C-80EB-C8A6-7C5B-E6D0F3093D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566"/>
          <a:stretch>
            <a:fillRect/>
          </a:stretch>
        </p:blipFill>
        <p:spPr>
          <a:xfrm>
            <a:off x="1" y="10"/>
            <a:ext cx="1219199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03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1D9783-9124-9B22-A74B-270D944CB5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56"/>
          <a:stretch>
            <a:fillRect/>
          </a:stretch>
        </p:blipFill>
        <p:spPr>
          <a:xfrm>
            <a:off x="20" y="0"/>
            <a:ext cx="121919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268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B03E63-8AD4-3C76-A4E0-7EB478A947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985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826B26-DD4C-754B-CEF6-F2A047E6C2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273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532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573414-0AC7-2C78-540C-80C6AA218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218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5D479F-2619-0367-ED08-334D4E55A9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388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D21528-1E73-1CC7-8D25-38D59B3DBB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986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3CBCD7-5302-5B33-A8BA-A1F1FC14E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156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473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BAAC01-A062-F317-6CD1-0A9270894D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210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0EF3A8-B5A2-2BE1-BEC1-CA48135CFA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304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</Words>
  <Application>Microsoft Office PowerPoint</Application>
  <PresentationFormat>Widescreen</PresentationFormat>
  <Paragraphs>6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(SP22-BDS-049)UMMANOOR</dc:creator>
  <cp:lastModifiedBy>(SP22-BDS-049)UMMANOOR</cp:lastModifiedBy>
  <cp:revision>1</cp:revision>
  <dcterms:created xsi:type="dcterms:W3CDTF">2025-11-11T18:01:36Z</dcterms:created>
  <dcterms:modified xsi:type="dcterms:W3CDTF">2025-11-11T18:11:09Z</dcterms:modified>
</cp:coreProperties>
</file>